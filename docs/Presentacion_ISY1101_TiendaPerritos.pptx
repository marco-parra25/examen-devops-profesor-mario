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Saludar y presentarse. 'Somos Marco Parra y Luis Inostroza. Presentamos nuestra plataforma Tienda de Perritos: una aplicación web con frontend, backend y base de datos, con todo el ciclo CI/CD automatizado y desplegada en la nube sobre AWS EKS.'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brevemente el recorrido: arquitectura, contenedores, pipeline, despliegue en la nube, orquestación y seguridad. Cerrar con la demostración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flujo de izquierda a derecha. El usuario accede por el LoadBalancer, que reparte a las réplicas del frontend. El frontend nginx reenvía las peticiones /api/ al backend Node.js en el puerto 3001, y el backend consulta MySQL en el puerto 3306. Elegimos AWS. Solo el frontend es público; backend y base de datos son internos, por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componente tiene su propia imagen. El backend usa Dockerfile multietapa (separa dependencias de ejecución) con usuario no-root, para una imagen más liviana y segura. Usamos imágenes base alpine (minimalistas) y .dockerignore. Para el desarrollo local, docker-compose levanta frontend, backend y base de datos juntos en una red interna, permitiendo probar toda la plataforma con un comando.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Tenemos un pipeline por componente en GitHub Actions. Al hacer push, el backend primero ejecuta las pruebas con Jest; si fallan, se detiene. Luego construye la imagen, la publica en Amazon ECR etiquetada con latest y con el SHA del commit (trazabilidad), y finalmente despliega en EKS con kubectl. Las credenciales de AWS se guardan en GitHub Secrets, nunca en el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mostramos el resultado: las imágenes están en Amazon ECR, la aplicación corre en un cluster EKS de 2 nodos con 5 pods (2 frontend, 2 backend, 1 base de datos), y un LoadBalancer expone la app públicamente. En la demostración abriremos la URL para mostrar la tienda funcionando en la nube.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¿Por qué EKS en vez de un despliegue manual? Kubernetes automatiza tareas críticas: el HPA escala el frontend de 2 a 6 réplicas según la CPU; las probes reinician automáticamente los pods caídos; el servicio balancea la carga; y tener varias réplicas garantiza alta disponibilidad. Todo esto sería imposible con un despliegue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seguridad aplicamos: imágenes endurecidas (alpine, multietapa, no-root); exposición mínima de puertos, con solo el frontend público y el backend y la base de datos como servicios internos; y gestión de secretos fuera del código con GitHub Secrets y Kubernetes Secrets. Para observabilidad tenemos los logs del pipeline en GitHub Actions y las métricas de CPU/memoria de los recursos.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de la demo en vivo: mostrar el repositorio, levantar la plataforma con docker-compose, mostrar un pipeline corriendo en Actions, las imágenes en ECR, la tienda funcionando por la URL pública, y los pods/servicios en la consola de AWS. Tener las pestañas abiertas de antemano.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resumiendo el logro: automatizamos el ciclo completo desde el código hasta la nube, con pruebas, contenedores, CI/CD y orquestación en EKS. Agradecer y abrir a preguntas. Estar preparado para defender cualquier decisión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🐶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Tienda de Perritos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DevOps con CI/CD y despliegue en AWS EKS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5120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 Transversal — Introducción a Herramientas DevOps (ISY1101)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Marco Parra · Luis Inostroza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3017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Contenerización (Docker)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480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44805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32320" y="15544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nube (ECR + EKS)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3017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32320" y="3017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y escalabilidad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44805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132320" y="44805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observabilidad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solución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tiene tres capas que se comunican entre sí. El usuario entra por un LoadBalancer; el frontend (nginx) hace de proxy hacia el backend; el backend consulta la base de datos.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5A6B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468880" y="3611880"/>
            <a:ext cx="36576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2926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LoadBalancer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83464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ELB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3611880"/>
            <a:ext cx="36576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2926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2064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×2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3611880"/>
            <a:ext cx="36576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2926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40664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×2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0" y="3611880"/>
            <a:ext cx="36576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92640" y="2926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 w="19050">
            <a:solidFill>
              <a:srgbClr val="1331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9264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cloud: AWS  ·  Servicios internos (backend y BD) no expuestos a internet (ClusterIP)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Contenerización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nginx:alpine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la SPA y hace de proxy /api/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4630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737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6636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25146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node:18-alpine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multietapa + usuario no-root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14630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737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6968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83880" y="25146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mysql:8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init.sql con datos iniciales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23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los tres componentes conectados en el entorno local con un solo comando (docker compose up --build).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CI/CD (GitHub Actions)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14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rama main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2926080"/>
            <a:ext cx="32004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0" y="2194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514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43200" y="3017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2926080"/>
            <a:ext cx="32004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0" y="2194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514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Docker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2926080"/>
            <a:ext cx="32004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0" y="2194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514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ECR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0" y="3017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 latest + sha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81160" y="2926080"/>
            <a:ext cx="32004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219456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0" y="2514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01200" y="3017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AWS EKS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pruebas fallan, el pipeline se detiene y no despliega  ·  Secretos gestionados con GitHub Secrets  ·  Un pipeline por componente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en la nube (AWS)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repositorios de imágenes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8288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21945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297680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nodos · 5 pods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5280" y="18288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21945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LoadBalancer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955280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pública (ELB)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se construye y despliega automáticamente al hacer push. El frontend queda accesible por la URL del LoadBalancer, conectado al backend y a la base de datos.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Orquestación y escalabilidad (EKS)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Autoescalado (HPA)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240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escala de 2 a 6 réplicas según el uso de CPU.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965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Auto-recuperación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240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de liveness/readiness reinician los pods que fallan.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703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3520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Balanceo de carga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39776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reparte el tráfico entre las réplicas.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2918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7033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0" y="3520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disponibilidad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39776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réplicas evitan un único punto de falla.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observabilidad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1508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Endurecimiento de imágenes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45920" y="1920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alpine, multietapa y usuario no-root.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743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 mínima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45920" y="3154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frontend es público; backend y BD internos (ClusterIP).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31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secretos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45920" y="4389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Secrets y Kubernetes Secrets (nada en el código).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16636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166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5212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5623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del pipeline en Actions y métricas de recursos (CPU/memoria).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en GitHub: estructura y commits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levantando la plataforma en local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 GitHub Actions ejecutándose (build → test → push → deploy)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publicadas en Amazon ECR (con tags)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663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funcionando por la URL del LoadBalancer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5440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y servicios en la consola de AWS / kubectl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Automatizamos el ciclo completo de una plataforma Frontend + Backend + Base de datos: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código a la nube, con pruebas, contenedores, CI/CD y orquestación en AWS EKS.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 ·  Preguntas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2026-07-09T23:59:46Z</dcterms:created>
  <dcterms:modified xsi:type="dcterms:W3CDTF">2026-07-09T23:59:46Z</dcterms:modified>
</cp:coreProperties>
</file>